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81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PCCCS495 — Advanced Programming (OOP) Lab  |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Library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2880360"/>
            <a:ext cx="5486400" cy="36576"/>
          </a:xfrm>
          <a:prstGeom prst="rect">
            <a:avLst/>
          </a:prstGeom>
          <a:solidFill>
            <a:srgbClr val="3A5A8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63240"/>
            <a:ext cx="5486400" cy="951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Saraswata Tarafdar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CSE(IOTCSBT)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:62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Term-II Individual Project  |  Spring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0789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4048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73075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8368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Manual library management is error-prone — no tracking of borrow records, fines, or availability.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572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Librarians, members, and administrators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System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3749040" cy="470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91440" cy="443483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3566160" cy="199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3566160" cy="306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LibraryItem, Book, Magazine, Member, BorrowRecord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" y="2880359"/>
            <a:ext cx="3794760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flipV="1">
            <a:off x="274319" y="2880357"/>
            <a:ext cx="91441" cy="608075"/>
          </a:xfrm>
          <a:prstGeom prst="rect">
            <a:avLst/>
          </a:prstGeom>
          <a:solidFill>
            <a:srgbClr val="7B1515"/>
          </a:solidFill>
          <a:ln w="12700">
            <a:solidFill>
              <a:srgbClr val="7B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34639"/>
            <a:ext cx="2658794" cy="361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59" y="2926081"/>
            <a:ext cx="3726181" cy="779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BookNotFoundException, AlreadyBorrowedException, MemberNotFoundException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129283"/>
            <a:ext cx="3794760" cy="470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129283"/>
            <a:ext cx="91440" cy="443483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110995"/>
            <a:ext cx="3566160" cy="2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1147571"/>
            <a:ext cx="356616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LibraryItemFactory  [Factory Pattern]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" y="3503025"/>
            <a:ext cx="3794760" cy="49624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18" y="3514632"/>
            <a:ext cx="91440" cy="484634"/>
          </a:xfrm>
          <a:prstGeom prst="rect">
            <a:avLst/>
          </a:prstGeom>
          <a:solidFill>
            <a:srgbClr val="5C3D11"/>
          </a:solidFill>
          <a:ln w="12700">
            <a:solidFill>
              <a:srgbClr val="5C3D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44950"/>
            <a:ext cx="1885071" cy="1175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19" y="3611881"/>
            <a:ext cx="3501097" cy="459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FineStrategy interface + Regular / Premium impls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600198"/>
            <a:ext cx="3794760" cy="48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600198"/>
            <a:ext cx="91440" cy="47091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492580"/>
            <a:ext cx="3566160" cy="409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1586484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 [Singleton]  +  DataManager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" y="4039541"/>
            <a:ext cx="3794760" cy="5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19" y="4039540"/>
            <a:ext cx="91439" cy="541601"/>
          </a:xfrm>
          <a:prstGeom prst="rect">
            <a:avLst/>
          </a:prstGeom>
          <a:solidFill>
            <a:srgbClr val="3D1A5C"/>
          </a:solidFill>
          <a:ln w="12700">
            <a:solidFill>
              <a:srgbClr val="3D1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" y="3968496"/>
            <a:ext cx="1018150" cy="370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1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" y="3959351"/>
            <a:ext cx="2509325" cy="867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— 12-option console menu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 rot="16200000">
            <a:off x="8366760" y="777240"/>
            <a:ext cx="685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944E69-7625-CEC3-89B2-533A6B92B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675248"/>
            <a:ext cx="4446586" cy="40275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OOP Concepts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LibraryItem (abstract class)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getDetails() forces every subclass to define its own output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60120"/>
            <a:ext cx="502920" cy="502920"/>
          </a:xfrm>
          <a:prstGeom prst="ellipse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Book, Magazine extend LibraryItem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828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reuses parent fields — no code duplication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960120"/>
            <a:ext cx="502920" cy="502920"/>
          </a:xfrm>
          <a:prstGeom prst="ellipse">
            <a:avLst/>
          </a:prstGeom>
          <a:solidFill>
            <a:srgbClr val="5C3D11"/>
          </a:solidFill>
          <a:ln w="12700">
            <a:solidFill>
              <a:srgbClr val="5C3D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3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getDetails() in Book vs Magazine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828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output at runtime via @Override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83464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71800"/>
            <a:ext cx="502920" cy="502920"/>
          </a:xfrm>
          <a:prstGeom prst="ellipse">
            <a:avLst/>
          </a:prstGeom>
          <a:solidFill>
            <a:srgbClr val="7B1515"/>
          </a:solidFill>
          <a:ln w="12700">
            <a:solidFill>
              <a:srgbClr val="7B15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custom exceptions + try-catch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BookNotFoundException carries the exact bad ID for clear feedback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971800"/>
            <a:ext cx="502920" cy="502920"/>
          </a:xfrm>
          <a:prstGeom prst="ellipse">
            <a:avLst/>
          </a:prstGeom>
          <a:solidFill>
            <a:srgbClr val="3D1A5C"/>
          </a:solidFill>
          <a:ln w="12700">
            <a:solidFill>
              <a:srgbClr val="3D1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8620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461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 in LibraryService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 by item/member ID — no loop needed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74320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DE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9718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DataManager (Serialization)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840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ObjectOutputStream writes full HashMap to .ser binary file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Technical Highlight — Strategy Pattern + Fine Calculation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320040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Strategy Pattern?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fine algorithm at RUNTIME without changing LibraryService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Rs. 2.00 per day — no cap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Rs. 1.00 per day — capped at Rs. 30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member type only needs a new class — no existing code changes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feedback requested an extra design pattern — this was the chosen solution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777240"/>
            <a:ext cx="5349240" cy="4114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3611880" y="777240"/>
            <a:ext cx="5349240" cy="411480"/>
          </a:xfrm>
          <a:prstGeom prst="rect">
            <a:avLst/>
          </a:prstGeom>
          <a:solidFill>
            <a:srgbClr val="111C2B"/>
          </a:solidFill>
          <a:ln w="12700">
            <a:solidFill>
              <a:srgbClr val="111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79552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F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FineStrategy.java + usage in LibraryService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26187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42189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FineStrategy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5819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double calculateFine(long daysOverdue);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74193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901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06197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22199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calculateFine(long days) 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3820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days &lt;= 0 ? 0.0 : days * 2.0;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54203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7020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286207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02209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calculateFine(long days) {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1821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Math.min(days * 1.0, 30.0);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34213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5021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366217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382219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service.setFineStrategy(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39822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new PremiumFineStrategy());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C2B"/>
          </a:solidFill>
          <a:ln w="12700">
            <a:solidFill>
              <a:srgbClr val="111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Live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43200" cy="3931920"/>
          </a:xfrm>
          <a:prstGeom prst="rect">
            <a:avLst/>
          </a:prstGeom>
          <a:solidFill>
            <a:srgbClr val="1A2A3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0" cy="548640"/>
          </a:xfrm>
          <a:prstGeom prst="ellipse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2560320" cy="2743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starts → DataManager.loadAll() restores saved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Book via Factory: createItem('BOOK', 'B01', 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Member: addMember('M01', 'Saraswata', ...)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items and members — confirm stored in HashMap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1A2A3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960120"/>
            <a:ext cx="548640" cy="548640"/>
          </a:xfrm>
          <a:prstGeom prst="ellipse">
            <a:avLst/>
          </a:prstGeom>
          <a:solidFill>
            <a:srgbClr val="5C3D11"/>
          </a:solidFill>
          <a:ln w="12700">
            <a:solidFill>
              <a:srgbClr val="5C3D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Scenario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581912"/>
            <a:ext cx="2560320" cy="2743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B01 to member M01 → BorrowRecord created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book is now unavailable (isAvailable = false)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issuing same book to M02 → AlreadyBorrowedException shown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M01 → fine calculated via FineStrategy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868680"/>
            <a:ext cx="2743200" cy="3931920"/>
          </a:xfrm>
          <a:prstGeom prst="rect">
            <a:avLst/>
          </a:prstGeom>
          <a:solidFill>
            <a:srgbClr val="1A2A3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960120"/>
            <a:ext cx="548640" cy="548640"/>
          </a:xfrm>
          <a:prstGeom prst="ellipse">
            <a:avLst/>
          </a:prstGeom>
          <a:solidFill>
            <a:srgbClr val="7B1515"/>
          </a:solidFill>
          <a:ln w="12700">
            <a:solidFill>
              <a:srgbClr val="7B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581912"/>
            <a:ext cx="2560320" cy="2743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item with invalid ID → BookNotFoundException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issuing already-borrowed book → AlreadyBorrowedException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(option 12) → DataManager.saveAll() persists to .ser files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→ data reloaded — persistence confirmed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499</Words>
  <Application>Microsoft Office PowerPoint</Application>
  <PresentationFormat>On-screen Show (16:9)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Management System</dc:title>
  <dc:subject>PptxGenJS Presentation</dc:subject>
  <dc:creator>PptxGenJS</dc:creator>
  <cp:lastModifiedBy>greatmesaraswata17@gmail.com</cp:lastModifiedBy>
  <cp:revision>7</cp:revision>
  <dcterms:created xsi:type="dcterms:W3CDTF">2026-03-28T05:35:20Z</dcterms:created>
  <dcterms:modified xsi:type="dcterms:W3CDTF">2026-03-29T17:53:04Z</dcterms:modified>
</cp:coreProperties>
</file>